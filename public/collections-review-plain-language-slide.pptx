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c7ded7ba664148" /><Relationship Type="http://schemas.openxmlformats.org/officeDocument/2006/relationships/extended-properties" Target="/docProps/app.xml" Id="R47e26e28a2334d6c" /><Relationship Type="http://schemas.openxmlformats.org/officeDocument/2006/relationships/officeDocument" Target="/ppt/presentation.xml" Id="Rd2f478be123f4e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6fa75349a9475e"/>
  </p:sldMasterIdLst>
  <p:notesMasterIdLst>
    <p:notesMasterId xmlns:r="http://schemas.openxmlformats.org/officeDocument/2006/relationships" r:id="R13aceccadcfa4722"/>
  </p:notesMasterIdLst>
  <p:sldIdLst>
    <p:sldId xmlns:r="http://schemas.openxmlformats.org/officeDocument/2006/relationships" id="256" r:id="R0c05ce7c39c140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70148748934f55" /><Relationship Type="http://schemas.openxmlformats.org/officeDocument/2006/relationships/slideMaster" Target="/ppt/slideMasters/slideMaster1.xml" Id="Rfb6fa75349a9475e" /><Relationship Type="http://schemas.openxmlformats.org/officeDocument/2006/relationships/notesMaster" Target="/ppt/notesMasters/notesMaster1.xml" Id="R13aceccadcfa4722" /><Relationship Type="http://schemas.openxmlformats.org/officeDocument/2006/relationships/presProps" Target="/ppt/presProps.xml" Id="R992907a2c1114a09" /><Relationship Type="http://schemas.openxmlformats.org/officeDocument/2006/relationships/tableStyles" Target="/ppt/tableStyles.xml" Id="Rf5ea80fe98ee4d00" /><Relationship Type="http://schemas.openxmlformats.org/officeDocument/2006/relationships/slide" Target="/ppt/slides/slide1.xml" Id="R0c05ce7c39c140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b1fcad5f3947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5c339900fc4aca" /><Relationship Type="http://schemas.openxmlformats.org/officeDocument/2006/relationships/notesMaster" Target="/ppt/notesMasters/notesMaster1.xml" Id="R324b87da13974c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example. The full one-page solution description is available in collections-review-one-pager.pdf.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a64ff4f7f4a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aafb71a64b4197" /><Relationship Type="http://schemas.openxmlformats.org/officeDocument/2006/relationships/slideLayout" Target="/ppt/slideLayouts/slideLayout1.xml" Id="R03e5e1636f8945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e5e1636f8945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3ea9504be4159" /><Relationship Type="http://schemas.openxmlformats.org/officeDocument/2006/relationships/notesSlide" Target="/ppt/notesSlides/notesSlide1.xml" Id="Rf69397f8d4364a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2F612-8F3E-4F4E-8190-5C61E3A7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E4B82-587D-4B02-A0FC-DD39DAC0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Collections Review Desk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6D36C-60F3-440A-BFF2-F248E1CB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CE8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CE8DA"/>
                </a:solidFill>
                <a:latin typeface="Arial"/>
                <a:ea typeface="Arial"/>
                <a:cs typeface="Arial"/>
              </a:rPr>
              <a:t>A second pair of eyes for the bank's collection calls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0124D-2298-44D2-A736-4738FCDE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7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731"/>
                </a:solidFill>
                <a:latin typeface="Arial"/>
                <a:ea typeface="Arial"/>
                <a:cs typeface="Arial"/>
              </a:rPr>
              <a:t>When a customer misses a loan payment, an agent calls and writes a case note.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77F5E-64FC-4488-8FB8-83F6AF49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7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731"/>
                </a:solidFill>
                <a:latin typeface="Arial"/>
                <a:ea typeface="Arial"/>
                <a:cs typeface="Arial"/>
              </a:rPr>
              <a:t>Our tool checks whether the note matches what the customer actually said.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DFABF-24C3-427D-8EB3-7512A544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3054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1B2FA-8ACD-45C7-BD87-A0689D37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81250"/>
            <a:ext cx="55340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96838-8753-4EC3-88CD-350ECB86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86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861"/>
                </a:solidFill>
                <a:latin typeface="Arial"/>
                <a:ea typeface="Arial"/>
                <a:cs typeface="Arial"/>
              </a:rPr>
              <a:t>THE AGENT WRITES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52D44-45AE-40C4-AAD9-14B48B09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4857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7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731"/>
                </a:solidFill>
                <a:latin typeface="Arial"/>
                <a:ea typeface="Arial"/>
                <a:cs typeface="Arial"/>
              </a:rPr>
              <a:t>"Customer promised to pay Rs. 18,500 by Friday."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7B85F-3985-455C-B65F-96F073A0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43175"/>
            <a:ext cx="509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86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861"/>
                </a:solidFill>
                <a:latin typeface="Arial"/>
                <a:ea typeface="Arial"/>
                <a:cs typeface="Arial"/>
              </a:rPr>
              <a:t>THE CUSTOMER ACTUALLY SAYS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82B5C-331D-4CBB-8781-70224648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86075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7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731"/>
                </a:solidFill>
                <a:latin typeface="Arial"/>
                <a:ea typeface="Arial"/>
                <a:cs typeface="Arial"/>
              </a:rPr>
              <a:t>"I disagree with the amount. Explain the charges first. I cannot promise payment yet."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DF2B0-A9B5-4CF5-B52E-75BD9DA3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00525"/>
            <a:ext cx="11049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3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F39"/>
                </a:solidFill>
                <a:latin typeface="Arial"/>
                <a:ea typeface="Arial"/>
                <a:cs typeface="Arial"/>
              </a:rPr>
              <a:t>The tool flags the mismatch and shows the exact words from the call.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BD5F5-800D-4B68-ACC0-2A63333F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73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731"/>
                </a:solidFill>
                <a:latin typeface="Arial"/>
                <a:ea typeface="Arial"/>
                <a:cs typeface="Arial"/>
              </a:rPr>
              <a:t>It also checks payment requests against the bank's approved address list.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3494D-5EFC-4FD8-AD24-37356640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006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4D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A7F41-4AAF-4256-AB57-E8E18E32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373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731"/>
                </a:solidFill>
                <a:latin typeface="Arial"/>
                <a:ea typeface="Arial"/>
                <a:cs typeface="Arial"/>
              </a:rPr>
              <a:t>1  AI turns the call into text and compares it with the note and bank rules.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C8FC7-369E-4373-835C-FC66318B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9595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373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731"/>
                </a:solidFill>
                <a:latin typeface="Arial"/>
                <a:ea typeface="Arial"/>
                <a:cs typeface="Arial"/>
              </a:rPr>
              <a:t>2  A supervisor replays the call, checks the evidence and decides what to 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B6D67-B44C-40E0-8455-3EB00D48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373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731"/>
                </a:solidFill>
                <a:latin typeface="Arial"/>
                <a:ea typeface="Arial"/>
                <a:cs typeface="Arial"/>
              </a:rPr>
              <a:t>3  The app saves the decision, reason and follow-up.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C03B4-E7DF-4B6B-91C1-1E05CB90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246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8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61"/>
                </a:solidFill>
                <a:latin typeface="Arial"/>
                <a:ea typeface="Arial"/>
                <a:cs typeface="Arial"/>
              </a:rPr>
              <a:t>Synthetic Hindi-English demo with Sarvam AI. A flag prompts investigation; the supervisor makes the decision.</a:t>
            </a:r>
          </a:p>
        </p:txBody>
      </p:sp>
    </p:spTree>
    <p:extLst>
      <p:ext uri="{BB962C8B-B14F-4D97-AF65-F5344CB8AC3E}">
        <p14:creationId xmlns:p14="http://schemas.microsoft.com/office/powerpoint/2010/main" val="403857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2026-09-26T11:51:46.0720000Z</dcterms:created>
  <dcterms:modified xsi:type="dcterms:W3CDTF">2026-09-26T11:51:46.0720000Z</dcterms:modified>
</coreProperties>
</file>